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BHFrix/sJaJTbsjLPz9iq6m6Q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slide" Target="/ppt/slides/slide2.xml"/><Relationship Id="rId7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slide" Target="/ppt/slides/slide3.xml"/><Relationship Id="rId7" Type="http://schemas.openxmlformats.org/officeDocument/2006/relationships/slide" Target="/ppt/slides/slide4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slide" Target="/ppt/slides/slide2.xml"/><Relationship Id="rId7" Type="http://schemas.openxmlformats.org/officeDocument/2006/relationships/slide" Target="/ppt/slides/slide1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slide" Target="/ppt/slides/slide7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slide" Target="/ppt/slides/slide7.xml"/><Relationship Id="rId7" Type="http://schemas.openxmlformats.org/officeDocument/2006/relationships/slide" Target="/ppt/slides/slide9.xml"/><Relationship Id="rId8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slide" Target="/ppt/slides/slide7.xml"/><Relationship Id="rId7" Type="http://schemas.openxmlformats.org/officeDocument/2006/relationships/slide" Target="/ppt/slides/slide7.xml"/><Relationship Id="rId8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slide" Target="/ppt/slides/slide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slide" Target="/ppt/slides/slide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89" name="Google Shape;89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1121229" y="1077682"/>
            <a:ext cx="10276114" cy="31459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Login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pic>
        <p:nvPicPr>
          <p:cNvPr descr="As global student flows shift, what's ..." id="95" name="Google Shape;95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77074" y="1412421"/>
            <a:ext cx="4523824" cy="254181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905000" y="1948543"/>
            <a:ext cx="3309257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LMS 002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1992592" y="2873831"/>
            <a:ext cx="34829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Welcome to our online portal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105" name="Google Shape;10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107" name="Google Shape;10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1110344" y="1540327"/>
            <a:ext cx="4985656" cy="31459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10344" y="1088570"/>
            <a:ext cx="1023261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114" name="Google Shape;114;p2"/>
          <p:cNvSpPr/>
          <p:nvPr/>
        </p:nvSpPr>
        <p:spPr>
          <a:xfrm>
            <a:off x="1382487" y="1988032"/>
            <a:ext cx="3396342" cy="39594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Username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1382487" y="2739840"/>
            <a:ext cx="3396342" cy="39594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382487" y="3491647"/>
            <a:ext cx="990599" cy="39594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Login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7" name="Google Shape;117;p2">
            <a:hlinkClick action="ppaction://hlinksldjump" r:id="rId7"/>
          </p:cNvPr>
          <p:cNvSpPr txBox="1"/>
          <p:nvPr/>
        </p:nvSpPr>
        <p:spPr>
          <a:xfrm>
            <a:off x="1404258" y="4038600"/>
            <a:ext cx="243839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B0F0"/>
                </a:solidFill>
                <a:latin typeface="Verdana"/>
                <a:ea typeface="Verdana"/>
                <a:cs typeface="Verdana"/>
                <a:sym typeface="Verdana"/>
              </a:rPr>
              <a:t>Don’t have an account?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126" name="Google Shape;12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127" name="Google Shape;12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3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130" name="Google Shape;130;p3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110344" y="1088570"/>
            <a:ext cx="50618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Welcome to your dashboard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140" name="Google Shape;14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141" name="Google Shape;1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142" name="Google Shape;14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4"/>
          <p:cNvSpPr/>
          <p:nvPr/>
        </p:nvSpPr>
        <p:spPr>
          <a:xfrm>
            <a:off x="1110344" y="1540327"/>
            <a:ext cx="4985656" cy="353241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>
            <a:hlinkClick action="ppaction://hlinksldjump" r:id="rId6"/>
          </p:cNvPr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110344" y="1088570"/>
            <a:ext cx="160019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Sign Up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1371601" y="1879172"/>
            <a:ext cx="1240970" cy="40277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First Name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1371601" y="2478576"/>
            <a:ext cx="3396342" cy="39594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360715" y="4340731"/>
            <a:ext cx="1251856" cy="39594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Submit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371597" y="3141916"/>
            <a:ext cx="3396342" cy="39594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Password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1360711" y="3730444"/>
            <a:ext cx="3396342" cy="39594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Confirm Password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407229" y="1890053"/>
            <a:ext cx="1338943" cy="39189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Last Name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162" name="Google Shape;1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163" name="Google Shape;1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164" name="Google Shape;1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5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166" name="Google Shape;166;p5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168" name="Google Shape;168;p5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169" name="Google Shape;169;p5"/>
          <p:cNvSpPr txBox="1"/>
          <p:nvPr/>
        </p:nvSpPr>
        <p:spPr>
          <a:xfrm>
            <a:off x="3810818" y="2710544"/>
            <a:ext cx="506185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Account Created Successfully!</a:t>
            </a:r>
            <a:endParaRPr/>
          </a:p>
        </p:txBody>
      </p:sp>
      <p:sp>
        <p:nvSpPr>
          <p:cNvPr id="170" name="Google Shape;170;p5"/>
          <p:cNvSpPr txBox="1"/>
          <p:nvPr/>
        </p:nvSpPr>
        <p:spPr>
          <a:xfrm>
            <a:off x="3477986" y="3182582"/>
            <a:ext cx="560614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Please check your registered email to verify your account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77" name="Google Shape;177;p6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178" name="Google Shape;17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179" name="Google Shape;17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180" name="Google Shape;18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6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175220" y="1135075"/>
            <a:ext cx="9993526" cy="333895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areer talk Stock Photos, Royalty Free ..." id="186" name="Google Shape;18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42368" y="1360034"/>
            <a:ext cx="4755295" cy="2896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6"/>
          <p:cNvSpPr txBox="1"/>
          <p:nvPr/>
        </p:nvSpPr>
        <p:spPr>
          <a:xfrm>
            <a:off x="7235593" y="2212768"/>
            <a:ext cx="245994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6913338" y="2905780"/>
            <a:ext cx="35269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Join our team and help shape the future of digital learning</a:t>
            </a:r>
            <a:endParaRPr/>
          </a:p>
        </p:txBody>
      </p:sp>
      <p:sp>
        <p:nvSpPr>
          <p:cNvPr id="189" name="Google Shape;189;p6">
            <a:hlinkClick action="ppaction://hlinksldjump" r:id="rId7"/>
          </p:cNvPr>
          <p:cNvSpPr/>
          <p:nvPr/>
        </p:nvSpPr>
        <p:spPr>
          <a:xfrm>
            <a:off x="1175220" y="4790107"/>
            <a:ext cx="2697895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Search and Apply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197" name="Google Shape;19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198" name="Google Shape;19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199" name="Google Shape;19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7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201" name="Google Shape;201;p7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202" name="Google Shape;202;p7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203" name="Google Shape;203;p7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840262" y="1563927"/>
            <a:ext cx="6926630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arch Icon Vector Art, Icons, and ..." id="205" name="Google Shape;20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6567" y="1599396"/>
            <a:ext cx="689416" cy="40011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829381" y="1550606"/>
            <a:ext cx="6176304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Search for Vacancies by Job title, Specialism etc.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840262" y="2336247"/>
            <a:ext cx="2773271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 Vacancies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14" name="Google Shape;214;p8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215" name="Google Shape;2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216" name="Google Shape;2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217" name="Google Shape;21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8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219" name="Google Shape;219;p8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220" name="Google Shape;220;p8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221" name="Google Shape;221;p8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1175220" y="1135075"/>
            <a:ext cx="9993526" cy="333895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1476261" y="2274642"/>
            <a:ext cx="433032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1592191" y="3122548"/>
            <a:ext cx="3526971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Every achievement tells a story</a:t>
            </a:r>
            <a:endParaRPr/>
          </a:p>
        </p:txBody>
      </p:sp>
      <p:sp>
        <p:nvSpPr>
          <p:cNvPr id="225" name="Google Shape;225;p8">
            <a:hlinkClick action="ppaction://hlinksldjump" r:id="rId6"/>
          </p:cNvPr>
          <p:cNvSpPr/>
          <p:nvPr/>
        </p:nvSpPr>
        <p:spPr>
          <a:xfrm>
            <a:off x="2486228" y="3825171"/>
            <a:ext cx="1336625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Awards</a:t>
            </a:r>
            <a:endParaRPr b="1"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Free sports and competition icons" id="226" name="Google Shape;226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07630" y="1352241"/>
            <a:ext cx="4608109" cy="2904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33" name="Google Shape;233;p9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234" name="Google Shape;23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235" name="Google Shape;23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236" name="Google Shape;23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238" name="Google Shape;238;p9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239" name="Google Shape;239;p9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240" name="Google Shape;240;p9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40262" y="1563927"/>
            <a:ext cx="6926630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arch Icon Vector Art, Icons, and ..." id="242" name="Google Shape;24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16567" y="1599396"/>
            <a:ext cx="689416" cy="400111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829381" y="1550606"/>
            <a:ext cx="6176304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Search for Awards by Title, Category, etc. </a:t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840262" y="2336247"/>
            <a:ext cx="2563950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Teacher Awards</a:t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840262" y="2940339"/>
            <a:ext cx="2563950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Student Awards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840262" y="3544432"/>
            <a:ext cx="2563950" cy="471051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All Awards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53" name="Google Shape;253;p10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254" name="Google Shape;2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255" name="Google Shape;2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256" name="Google Shape;2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258" name="Google Shape;258;p10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259" name="Google Shape;259;p10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260" name="Google Shape;260;p10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1175220" y="1135075"/>
            <a:ext cx="9993526" cy="333895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 txBox="1"/>
          <p:nvPr/>
        </p:nvSpPr>
        <p:spPr>
          <a:xfrm>
            <a:off x="6727639" y="2190734"/>
            <a:ext cx="3122142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263" name="Google Shape;263;p10"/>
          <p:cNvSpPr txBox="1"/>
          <p:nvPr/>
        </p:nvSpPr>
        <p:spPr>
          <a:xfrm>
            <a:off x="6174340" y="2909630"/>
            <a:ext cx="43357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Trusted Transactions for Your Learning Journey</a:t>
            </a:r>
            <a:endParaRPr/>
          </a:p>
        </p:txBody>
      </p:sp>
      <p:sp>
        <p:nvSpPr>
          <p:cNvPr id="264" name="Google Shape;264;p10">
            <a:hlinkClick action="ppaction://hlinksldjump" r:id="rId6"/>
          </p:cNvPr>
          <p:cNvSpPr/>
          <p:nvPr/>
        </p:nvSpPr>
        <p:spPr>
          <a:xfrm>
            <a:off x="1175221" y="4790107"/>
            <a:ext cx="2460346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View Payments</a:t>
            </a:r>
            <a:endParaRPr/>
          </a:p>
        </p:txBody>
      </p:sp>
      <p:sp>
        <p:nvSpPr>
          <p:cNvPr id="265" name="Google Shape;265;p10">
            <a:hlinkClick action="ppaction://hlinksldjump" r:id="rId7"/>
          </p:cNvPr>
          <p:cNvSpPr/>
          <p:nvPr/>
        </p:nvSpPr>
        <p:spPr>
          <a:xfrm>
            <a:off x="7855027" y="4766235"/>
            <a:ext cx="3353501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 Billing Issues</a:t>
            </a:r>
            <a:endParaRPr/>
          </a:p>
        </p:txBody>
      </p:sp>
      <p:pic>
        <p:nvPicPr>
          <p:cNvPr descr="Payment - Free business and finance icons" id="266" name="Google Shape;266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51691" y="1429860"/>
            <a:ext cx="3866911" cy="2888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274" name="Google Shape;2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275" name="Google Shape;27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276" name="Google Shape;27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11"/>
          <p:cNvSpPr/>
          <p:nvPr/>
        </p:nvSpPr>
        <p:spPr>
          <a:xfrm>
            <a:off x="1110344" y="1540327"/>
            <a:ext cx="4985656" cy="353241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>
            <a:hlinkClick action="ppaction://hlinksldjump" r:id="rId6"/>
          </p:cNvPr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279" name="Google Shape;279;p11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280" name="Google Shape;280;p11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281" name="Google Shape;281;p11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282" name="Google Shape;282;p11"/>
          <p:cNvSpPr txBox="1"/>
          <p:nvPr/>
        </p:nvSpPr>
        <p:spPr>
          <a:xfrm>
            <a:off x="1110344" y="1088569"/>
            <a:ext cx="247013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View Payments</a:t>
            </a:r>
            <a:endParaRPr/>
          </a:p>
        </p:txBody>
      </p:sp>
      <p:sp>
        <p:nvSpPr>
          <p:cNvPr id="283" name="Google Shape;283;p11"/>
          <p:cNvSpPr/>
          <p:nvPr/>
        </p:nvSpPr>
        <p:spPr>
          <a:xfrm>
            <a:off x="1294481" y="1894685"/>
            <a:ext cx="3608027" cy="40277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Modify Payment</a:t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1294477" y="2558025"/>
            <a:ext cx="3608027" cy="40277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Delete Payment History</a:t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283591" y="3146553"/>
            <a:ext cx="3608027" cy="40277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Apply Discount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293" name="Google Shape;29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294" name="Google Shape;29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295" name="Google Shape;29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2"/>
          <p:cNvSpPr/>
          <p:nvPr/>
        </p:nvSpPr>
        <p:spPr>
          <a:xfrm>
            <a:off x="1110344" y="1540327"/>
            <a:ext cx="4985656" cy="221642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>
            <a:hlinkClick action="ppaction://hlinksldjump" r:id="rId6"/>
          </p:cNvPr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298" name="Google Shape;298;p12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299" name="Google Shape;299;p12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300" name="Google Shape;300;p12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301" name="Google Shape;301;p12"/>
          <p:cNvSpPr txBox="1"/>
          <p:nvPr/>
        </p:nvSpPr>
        <p:spPr>
          <a:xfrm>
            <a:off x="1110344" y="1088569"/>
            <a:ext cx="378127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Resolve Billing Issues</a:t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1294481" y="1894685"/>
            <a:ext cx="3608027" cy="40277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Payment ID</a:t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1294478" y="2558024"/>
            <a:ext cx="1514824" cy="493647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Continue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/>
          <p:nvPr/>
        </p:nvSpPr>
        <p:spPr>
          <a:xfrm>
            <a:off x="555171" y="293914"/>
            <a:ext cx="11332029" cy="60851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566053" y="5932714"/>
            <a:ext cx="11332029" cy="44631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10" name="Google Shape;310;p13"/>
          <p:cNvSpPr txBox="1"/>
          <p:nvPr/>
        </p:nvSpPr>
        <p:spPr>
          <a:xfrm>
            <a:off x="10134603" y="6031077"/>
            <a:ext cx="20138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LMS 002 © 2026</a:t>
            </a:r>
            <a:endParaRPr/>
          </a:p>
        </p:txBody>
      </p:sp>
      <p:pic>
        <p:nvPicPr>
          <p:cNvPr descr="Facebook circular logo - Free social ..." id="311" name="Google Shape;3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8430" y="6022860"/>
            <a:ext cx="276905" cy="2769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X Social Media Logo Icon SVG Vector ..." id="312" name="Google Shape;31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7100" y="6007521"/>
            <a:ext cx="309561" cy="3095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cial media logo icons. Instagram icon ..." id="313" name="Google Shape;313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9191" y="5954485"/>
            <a:ext cx="406141" cy="40614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3"/>
          <p:cNvSpPr txBox="1"/>
          <p:nvPr/>
        </p:nvSpPr>
        <p:spPr>
          <a:xfrm>
            <a:off x="10863940" y="435428"/>
            <a:ext cx="1023261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Login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9735454" y="446310"/>
            <a:ext cx="108857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Careers</a:t>
            </a:r>
            <a:endParaRPr/>
          </a:p>
        </p:txBody>
      </p:sp>
      <p:sp>
        <p:nvSpPr>
          <p:cNvPr id="316" name="Google Shape;316;p13"/>
          <p:cNvSpPr txBox="1"/>
          <p:nvPr/>
        </p:nvSpPr>
        <p:spPr>
          <a:xfrm>
            <a:off x="8138886" y="446306"/>
            <a:ext cx="15566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Achievements</a:t>
            </a:r>
            <a:endParaRPr/>
          </a:p>
        </p:txBody>
      </p:sp>
      <p:sp>
        <p:nvSpPr>
          <p:cNvPr id="317" name="Google Shape;317;p13"/>
          <p:cNvSpPr txBox="1"/>
          <p:nvPr/>
        </p:nvSpPr>
        <p:spPr>
          <a:xfrm>
            <a:off x="6836235" y="457188"/>
            <a:ext cx="126273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Payments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715077" y="1388519"/>
            <a:ext cx="624451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Payment Details Retrieved Successfully!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2026-02-27T03:28:43Z</dcterms:created>
  <dc:creator>HP</dc:creator>
</cp:coreProperties>
</file>