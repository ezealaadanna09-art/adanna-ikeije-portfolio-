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2" roundtripDataSignature="AMtx7mjcftbHrzaBMQR0xuXAkh0aLbL/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LMS 002 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Process Maps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9144000" cy="468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975" y="152400"/>
            <a:ext cx="812305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484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785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4651"/>
            <a:ext cx="8839200" cy="259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